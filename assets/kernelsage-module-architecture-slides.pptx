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rnelsage-profil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rnelsage-baseline-cach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rnelsage-compar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rnelsage-report-audi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